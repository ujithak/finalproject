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END2END TEST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                                           </a:t>
            </a:r>
            <a:r>
              <a:rPr lang="en-US" dirty="0" err="1" smtClean="0"/>
              <a:t>Ujitha</a:t>
            </a:r>
            <a:r>
              <a:rPr lang="en-US" dirty="0" smtClean="0"/>
              <a:t> 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/>
              <a:t>Programming Language</a:t>
            </a:r>
            <a:r>
              <a:t>: Java</a:t>
            </a:r>
          </a:p>
          <a:p>
            <a:r>
              <a:rPr b="1"/>
              <a:t>UI Automation</a:t>
            </a:r>
            <a:r>
              <a:t>: Selenium WebDriver</a:t>
            </a:r>
          </a:p>
          <a:p>
            <a:r>
              <a:rPr b="1"/>
              <a:t>Test Framework</a:t>
            </a:r>
            <a:r>
              <a:t>: TestNG</a:t>
            </a:r>
          </a:p>
          <a:p>
            <a:r>
              <a:rPr b="1"/>
              <a:t>Build Tool</a:t>
            </a:r>
            <a:r>
              <a:t>: Maven</a:t>
            </a:r>
          </a:p>
          <a:p>
            <a:r>
              <a:rPr b="1"/>
              <a:t>Design Pattern</a:t>
            </a:r>
            <a:r>
              <a:t>: Page Object Model (POM)</a:t>
            </a:r>
          </a:p>
          <a:p>
            <a:r>
              <a:rPr b="1"/>
              <a:t>Test Data</a:t>
            </a:r>
            <a:r>
              <a:t>: JSON</a:t>
            </a:r>
          </a:p>
          <a:p>
            <a:r>
              <a:rPr b="1"/>
              <a:t>Browser</a:t>
            </a:r>
            <a:r>
              <a:t>: Google Chrome</a:t>
            </a:r>
          </a:p>
          <a:p>
            <a:r>
              <a:rPr b="1"/>
              <a:t>IDE</a:t>
            </a:r>
            <a:r>
              <a:t>: IntelliJ IDEA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tx1"/>
                </a:solidFill>
              </a:rPr>
              <a:t>Technology Stack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End-to-end UI automation for e-commerce workflows</a:t>
            </a:r>
          </a:p>
          <a:p>
            <a:r>
              <a:t>Reusable Page Object Model structure</a:t>
            </a:r>
          </a:p>
          <a:p>
            <a:r>
              <a:t>Thread-safe WebDriver management</a:t>
            </a:r>
          </a:p>
          <a:p>
            <a:r>
              <a:t>Centralized explicit wait utilities</a:t>
            </a:r>
          </a:p>
          <a:p>
            <a:r>
              <a:t>Externalized test data using JSON</a:t>
            </a:r>
          </a:p>
          <a:p>
            <a:r>
              <a:t>JavaScriptExecutor support for unstable elements</a:t>
            </a:r>
          </a:p>
          <a:p>
            <a:r>
              <a:t>Scalable and maintainable architecture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u="sng">
                <a:solidFill>
                  <a:schemeClr val="tx1"/>
                </a:solidFill>
              </a:rPr>
              <a:t>Automation Framework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97765"/>
            <a:ext cx="7772400" cy="4572000"/>
          </a:xfrm>
        </p:spPr>
        <p:txBody>
          <a:bodyPr/>
          <a:lstStyle/>
          <a:p>
            <a:r>
              <a:t>Test Layer (TestNG Test Classes)</a:t>
            </a:r>
          </a:p>
          <a:p>
            <a:r>
              <a:t>Page Layer (Page Object Classes)</a:t>
            </a:r>
          </a:p>
          <a:p>
            <a:r>
              <a:t>Utility Layer (WaitUtils, JsonUtils)</a:t>
            </a:r>
          </a:p>
          <a:p>
            <a:r>
              <a:t>Driver Layer (DriverManager, DriverFactory)</a:t>
            </a:r>
          </a:p>
          <a:p>
            <a:r>
              <a:t>Application Under Test (Web Application)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>
                <a:solidFill>
                  <a:schemeClr val="tx1"/>
                </a:solidFill>
              </a:rPr>
              <a:t>Automation Framework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313" y="1620078"/>
            <a:ext cx="7772400" cy="4572000"/>
          </a:xfrm>
        </p:spPr>
        <p:txBody>
          <a:bodyPr/>
          <a:lstStyle/>
          <a:p>
            <a:r>
              <a:t>Handling dynamic web elements and pop-ups</a:t>
            </a:r>
          </a:p>
          <a:p>
            <a:r>
              <a:t>Dealing with element click interception issues</a:t>
            </a:r>
          </a:p>
          <a:p>
            <a:r>
              <a:t>Managing synchronization and waits</a:t>
            </a:r>
          </a:p>
          <a:p>
            <a:r>
              <a:t>Handling iframe-based advertisements</a:t>
            </a:r>
          </a:p>
          <a:p>
            <a:r>
              <a:t>Maintaining stable tests across browser updates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tx1"/>
                </a:solidFill>
              </a:rPr>
              <a:t>Challenges Faced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98719"/>
            <a:ext cx="7772400" cy="4572000"/>
          </a:xfrm>
        </p:spPr>
        <p:txBody>
          <a:bodyPr/>
          <a:lstStyle/>
          <a:p>
            <a:r>
              <a:t>Practical understanding of Page Object Model</a:t>
            </a:r>
          </a:p>
          <a:p>
            <a:r>
              <a:t>Importance of explicit waits over implicit waits</a:t>
            </a:r>
          </a:p>
          <a:p>
            <a:r>
              <a:t>Effective use </a:t>
            </a:r>
            <a:r>
              <a:rPr/>
              <a:t>of </a:t>
            </a:r>
            <a:r>
              <a:rPr smtClean="0"/>
              <a:t>JavaScriptExecutor</a:t>
            </a:r>
          </a:p>
          <a:p>
            <a:r>
              <a:rPr smtClean="0"/>
              <a:t>External test data management using JSON</a:t>
            </a:r>
          </a:p>
          <a:p>
            <a:r>
              <a:rPr smtClean="0"/>
              <a:t>Designing scalable automation frameworks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>
                <a:solidFill>
                  <a:schemeClr val="tx1"/>
                </a:solidFill>
              </a:rPr>
              <a:t>Key Learnings from the Assignment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99591"/>
            <a:ext cx="7772400" cy="4572000"/>
          </a:xfrm>
        </p:spPr>
        <p:txBody>
          <a:bodyPr>
            <a:normAutofit/>
          </a:bodyPr>
          <a:lstStyle/>
          <a:p>
            <a:r>
              <a:t>API automation integration using Rest Assured</a:t>
            </a:r>
          </a:p>
          <a:p>
            <a:r>
              <a:rPr smtClean="0"/>
              <a:t>Parallel execution</a:t>
            </a:r>
            <a:endParaRPr/>
          </a:p>
          <a:p>
            <a:r>
              <a:t>CI/CD integration using GitHub Actions or Jenkins</a:t>
            </a:r>
          </a:p>
          <a:p>
            <a:r>
              <a:t>Advanced reporting with Allure or </a:t>
            </a:r>
            <a:r>
              <a:rPr/>
              <a:t>Extent </a:t>
            </a:r>
            <a:r>
              <a:rPr smtClean="0"/>
              <a:t>Reports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u="sng">
                <a:solidFill>
                  <a:schemeClr val="tx1"/>
                </a:solidFill>
              </a:rPr>
              <a:t>Future Enhancements / 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4322</TotalTime>
  <Words>207</Words>
  <Application>Microsoft Macintosh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Concourse</vt:lpstr>
      <vt:lpstr>END2END TEST FRAMEWORK</vt:lpstr>
      <vt:lpstr>Technology Stack Used</vt:lpstr>
      <vt:lpstr>Automation Framework Features</vt:lpstr>
      <vt:lpstr>Automation Framework Architecture</vt:lpstr>
      <vt:lpstr>Challenges Faced</vt:lpstr>
      <vt:lpstr>Key Learnings from the Assignment</vt:lpstr>
      <vt:lpstr>Future Enhancements / Roadmap</vt:lpstr>
      <vt:lpstr>THANK YOU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Stack Used</dc:title>
  <dc:subject/>
  <dc:creator/>
  <cp:keywords/>
  <dc:description>generated using python-pptx</dc:description>
  <cp:lastModifiedBy>Ujitha K</cp:lastModifiedBy>
  <cp:revision>38</cp:revision>
  <dcterms:created xsi:type="dcterms:W3CDTF">2013-01-27T09:14:16Z</dcterms:created>
  <dcterms:modified xsi:type="dcterms:W3CDTF">2026-01-05T04:06:56Z</dcterms:modified>
  <cp:category/>
</cp:coreProperties>
</file>